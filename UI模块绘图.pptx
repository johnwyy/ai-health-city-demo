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驾驶舱" id="{0B3C390B-6745-4417-966D-0331DD6E7288}">
          <p14:sldIdLst>
            <p14:sldId id="256"/>
            <p14:sldId id="257"/>
            <p14:sldId id="258"/>
            <p14:sldId id="259"/>
          </p14:sldIdLst>
        </p14:section>
        <p14:section name="各子系统" id="{FC5CDB65-66FB-4DF8-9AB6-E0DF51F0DFEF}">
          <p14:sldIdLst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6" y="3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0052C-157A-9C4E-3D02-940720E37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4401E6-4F36-D3DA-8F3D-7F5F30418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2856FD-5BCE-3F3F-9AAD-7A849E4B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7A98FD-143D-C851-F590-977B5A0B4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6D6461-F6CD-F7B6-2BDC-6A8EDCBF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484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09878-77B7-0F3F-2606-0A657079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3DF7F6-DD9A-ACB3-0A24-522A7A7E0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214FC-A618-FFDE-4119-7707F0FC7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393E98-809E-C00C-C17D-60106F5CB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9C11A0-CB4E-4ECB-1F4A-85BE3EFB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63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3F186-141A-45A6-C924-DE42720E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F94242-1436-D58B-334F-74099F4E4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18C775-2B70-7222-B28D-A5FAFD04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C677B-1D46-B5E6-AF76-93C44656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01E8B8-C962-C166-252C-5465801A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1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0DB17-BC27-9DC5-0CE2-76A04776F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1E56CD-9094-544D-ED58-4C42F3019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EEB4F0-FBC3-F31D-5BF0-174E90357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B3497F-C5D9-6144-AF08-07416302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EC1A30-69B9-2EE7-88BD-A0FC73B2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23B890-BC52-278F-221C-CA457EF5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13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83C29-CFE6-D92A-8CB5-0C8CF9A0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F9E2B6-D462-2B8F-3DAB-170849FE3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209E21-5ACC-A81E-13EE-A11BA81C7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CD1FA2-E585-E9AE-4F80-4E31AA88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BE323B-E1C3-ACAB-648B-E69F3D151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F42C49-BE55-A40C-F87E-33BE05798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47EE92-CBC0-5710-44FC-F03E89A1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4FF140-FAC4-4D0E-BB98-A1F73AFA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574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83855-993C-0B81-8BB3-1BA4E5EF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29DA6D-EA59-AEB2-36B5-C18554DE5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1E6414-0B4F-7FA1-E4D0-0C42E667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CC9181-E5AC-AF44-C0A1-D512D03E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85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0EE465-10C5-0407-5BCD-FF894819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891DF3-8C20-07E6-9C73-0ADC761C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C6B45C-97C5-D0A0-BE8F-663CFFB6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272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2C66-E0D4-064F-25E9-80FC5038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592B3C-8F2E-0A7B-D776-64720ECD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0DDB3D-B44B-FFEF-B9CF-D3B87C733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2E21D6-548A-5752-D3FF-8B33EB1A8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EDAEAD-44DC-CA02-E6F0-BFA4CB05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83C601-9B38-B5B6-75E9-8003DF34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33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7E1B8-2F09-E73B-5ABC-D3AE7E2F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9F3513-3DAC-AC3C-4FA6-AD84737D4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53D43A-E3E7-7F67-D643-C2FD5E93A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9490C8-3C2B-0DFC-328C-8B325BCA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B0D698-F20F-4848-BD95-BAE996DA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587BDF-51EE-2F3F-DD51-225F42D6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574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C67A4-33D4-2473-E16D-05E9070D1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1364A7-DC32-3C69-AF61-8D4F2727F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21892E-DA62-57C0-D407-AFAB247D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024EFE-5315-992B-7CCB-6E2AC4EB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39D7F-2D03-3A3A-BCFE-5E5EC812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90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DB17C9-011D-6B0A-4EE5-5FB6A8773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C2B749-B4B0-8DBF-B084-ECF6906B4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DED2DC-442A-2DF1-1004-5A4F60001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529904-229D-A1EB-53B8-72B667CE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42AC75-EBAE-577A-8EAA-3F9FBC12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91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4B87C3-246F-0CDD-2C04-50BF9770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64234C-FB57-3DB4-86AD-A3E1F4A22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063A3C-677C-2E81-FF7D-BE82E614A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DA331-F6D4-4850-A1D4-3D07CBFCBC20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433ED7-627D-60AD-04CF-280FDA3A6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638621-C10D-74CF-7344-23E1CEF0D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7B279-37E3-428F-8AC4-187E3FDB2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91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500A73D-3F86-1B2E-F85F-C11017D8C4C0}"/>
              </a:ext>
            </a:extLst>
          </p:cNvPr>
          <p:cNvSpPr txBox="1"/>
          <p:nvPr/>
        </p:nvSpPr>
        <p:spPr>
          <a:xfrm>
            <a:off x="9398000" y="3253836"/>
            <a:ext cx="264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医保监管专题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689794-742F-C43F-D597-8E78D2326364}"/>
              </a:ext>
            </a:extLst>
          </p:cNvPr>
          <p:cNvSpPr txBox="1"/>
          <p:nvPr/>
        </p:nvSpPr>
        <p:spPr>
          <a:xfrm>
            <a:off x="3486226" y="3253836"/>
            <a:ext cx="264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公卫管理专题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DE7CA2-7279-14BF-7A77-8508E376A0BF}"/>
              </a:ext>
            </a:extLst>
          </p:cNvPr>
          <p:cNvSpPr txBox="1"/>
          <p:nvPr/>
        </p:nvSpPr>
        <p:spPr>
          <a:xfrm>
            <a:off x="9398000" y="625863"/>
            <a:ext cx="264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卫健监管专题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72AC3B-AF62-021A-DDFC-9131582F577F}"/>
              </a:ext>
            </a:extLst>
          </p:cNvPr>
          <p:cNvSpPr/>
          <p:nvPr/>
        </p:nvSpPr>
        <p:spPr>
          <a:xfrm>
            <a:off x="496126" y="3108365"/>
            <a:ext cx="5043557" cy="6412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D5FD89-6CD3-8440-85DE-198945E18426}"/>
              </a:ext>
            </a:extLst>
          </p:cNvPr>
          <p:cNvSpPr/>
          <p:nvPr/>
        </p:nvSpPr>
        <p:spPr>
          <a:xfrm>
            <a:off x="6350157" y="3108365"/>
            <a:ext cx="5043557" cy="6412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FFB60C-1E18-C382-0539-430CB48672CC}"/>
              </a:ext>
            </a:extLst>
          </p:cNvPr>
          <p:cNvSpPr/>
          <p:nvPr/>
        </p:nvSpPr>
        <p:spPr>
          <a:xfrm>
            <a:off x="496126" y="399144"/>
            <a:ext cx="10897588" cy="2467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D60611-C31B-65E0-ABF7-B6A9267ECB8E}"/>
              </a:ext>
            </a:extLst>
          </p:cNvPr>
          <p:cNvSpPr/>
          <p:nvPr/>
        </p:nvSpPr>
        <p:spPr>
          <a:xfrm>
            <a:off x="496126" y="5021942"/>
            <a:ext cx="10897588" cy="287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64CB8B-7453-A609-7C85-B789EB08F3D3}"/>
              </a:ext>
            </a:extLst>
          </p:cNvPr>
          <p:cNvSpPr txBox="1"/>
          <p:nvPr/>
        </p:nvSpPr>
        <p:spPr>
          <a:xfrm>
            <a:off x="496126" y="539161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医疗服务</a:t>
            </a:r>
            <a:r>
              <a:rPr lang="en-US" altLang="zh-CN" dirty="0"/>
              <a:t>&amp;</a:t>
            </a:r>
            <a:r>
              <a:rPr lang="zh-CN" altLang="en-US" dirty="0"/>
              <a:t>资源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2964FF-9DFC-8854-A089-02E2BCF381EB}"/>
              </a:ext>
            </a:extLst>
          </p:cNvPr>
          <p:cNvSpPr txBox="1"/>
          <p:nvPr/>
        </p:nvSpPr>
        <p:spPr>
          <a:xfrm>
            <a:off x="496126" y="3297264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公卫服务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6242BF-40C3-CE68-3462-F3AEE1432F86}"/>
              </a:ext>
            </a:extLst>
          </p:cNvPr>
          <p:cNvSpPr txBox="1"/>
          <p:nvPr/>
        </p:nvSpPr>
        <p:spPr>
          <a:xfrm>
            <a:off x="6534069" y="3297264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医保基金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0BE399F-1A12-324A-ADD5-04D8A0D9E292}"/>
              </a:ext>
            </a:extLst>
          </p:cNvPr>
          <p:cNvSpPr txBox="1"/>
          <p:nvPr/>
        </p:nvSpPr>
        <p:spPr>
          <a:xfrm>
            <a:off x="496126" y="4995435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监测预警</a:t>
            </a:r>
          </a:p>
        </p:txBody>
      </p:sp>
      <p:sp>
        <p:nvSpPr>
          <p:cNvPr id="14" name="箭头: 燕尾形 13">
            <a:extLst>
              <a:ext uri="{FF2B5EF4-FFF2-40B4-BE49-F238E27FC236}">
                <a16:creationId xmlns:a16="http://schemas.microsoft.com/office/drawing/2014/main" id="{A0734DC3-C9A9-13C1-C52C-654201FF0412}"/>
              </a:ext>
            </a:extLst>
          </p:cNvPr>
          <p:cNvSpPr/>
          <p:nvPr/>
        </p:nvSpPr>
        <p:spPr>
          <a:xfrm>
            <a:off x="10718800" y="595086"/>
            <a:ext cx="413657" cy="369332"/>
          </a:xfrm>
          <a:prstGeom prst="notched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箭头: 燕尾形 14">
            <a:extLst>
              <a:ext uri="{FF2B5EF4-FFF2-40B4-BE49-F238E27FC236}">
                <a16:creationId xmlns:a16="http://schemas.microsoft.com/office/drawing/2014/main" id="{B9C03504-8C86-8424-DA49-7326DEA61A83}"/>
              </a:ext>
            </a:extLst>
          </p:cNvPr>
          <p:cNvSpPr/>
          <p:nvPr/>
        </p:nvSpPr>
        <p:spPr>
          <a:xfrm>
            <a:off x="10718800" y="3223059"/>
            <a:ext cx="413657" cy="369332"/>
          </a:xfrm>
          <a:prstGeom prst="notched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燕尾形 15">
            <a:extLst>
              <a:ext uri="{FF2B5EF4-FFF2-40B4-BE49-F238E27FC236}">
                <a16:creationId xmlns:a16="http://schemas.microsoft.com/office/drawing/2014/main" id="{0849A9D2-0D4A-B977-9AC1-A29821A8B813}"/>
              </a:ext>
            </a:extLst>
          </p:cNvPr>
          <p:cNvSpPr/>
          <p:nvPr/>
        </p:nvSpPr>
        <p:spPr>
          <a:xfrm>
            <a:off x="4807026" y="3223059"/>
            <a:ext cx="413657" cy="369332"/>
          </a:xfrm>
          <a:prstGeom prst="notched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228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C613-3B19-05D9-9420-F4DD3E84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8AEC304-FE22-848C-6F01-3FF1FEBF986D}"/>
              </a:ext>
            </a:extLst>
          </p:cNvPr>
          <p:cNvSpPr/>
          <p:nvPr/>
        </p:nvSpPr>
        <p:spPr>
          <a:xfrm>
            <a:off x="496126" y="1097392"/>
            <a:ext cx="5215245" cy="17691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863921-E4AD-F557-F3ED-0FFDE782C004}"/>
              </a:ext>
            </a:extLst>
          </p:cNvPr>
          <p:cNvSpPr txBox="1"/>
          <p:nvPr/>
        </p:nvSpPr>
        <p:spPr>
          <a:xfrm>
            <a:off x="496126" y="539161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卫健监管专题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10DEFB-FAA8-8F3F-B832-157030649021}"/>
              </a:ext>
            </a:extLst>
          </p:cNvPr>
          <p:cNvSpPr/>
          <p:nvPr/>
        </p:nvSpPr>
        <p:spPr>
          <a:xfrm>
            <a:off x="496126" y="3429000"/>
            <a:ext cx="5215245" cy="17691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EE2EAB-88C6-ED66-2A8E-72CAD564BD6C}"/>
              </a:ext>
            </a:extLst>
          </p:cNvPr>
          <p:cNvSpPr/>
          <p:nvPr/>
        </p:nvSpPr>
        <p:spPr>
          <a:xfrm>
            <a:off x="6323612" y="1097392"/>
            <a:ext cx="5215245" cy="17691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675F17-1C9C-D0A9-48EB-997FDAC3F0D5}"/>
              </a:ext>
            </a:extLst>
          </p:cNvPr>
          <p:cNvSpPr/>
          <p:nvPr/>
        </p:nvSpPr>
        <p:spPr>
          <a:xfrm>
            <a:off x="6323612" y="3429000"/>
            <a:ext cx="5215245" cy="17691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CFC5F8-FFE8-C1F5-E4E4-D0A3ABB6F918}"/>
              </a:ext>
            </a:extLst>
          </p:cNvPr>
          <p:cNvSpPr txBox="1"/>
          <p:nvPr/>
        </p:nvSpPr>
        <p:spPr>
          <a:xfrm>
            <a:off x="496126" y="1197819"/>
            <a:ext cx="1683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医疗质量监测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19F39F-6130-BE10-37CC-C434B7170A34}"/>
              </a:ext>
            </a:extLst>
          </p:cNvPr>
          <p:cNvSpPr txBox="1"/>
          <p:nvPr/>
        </p:nvSpPr>
        <p:spPr>
          <a:xfrm>
            <a:off x="6497783" y="1197819"/>
            <a:ext cx="1683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机构运行监测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03C782-575A-645C-5AA4-CEF60325CC2D}"/>
              </a:ext>
            </a:extLst>
          </p:cNvPr>
          <p:cNvSpPr txBox="1"/>
          <p:nvPr/>
        </p:nvSpPr>
        <p:spPr>
          <a:xfrm>
            <a:off x="496126" y="3622097"/>
            <a:ext cx="1683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人员执业监测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58FEEB-0D0A-D5A3-D599-E75D02A49456}"/>
              </a:ext>
            </a:extLst>
          </p:cNvPr>
          <p:cNvSpPr txBox="1"/>
          <p:nvPr/>
        </p:nvSpPr>
        <p:spPr>
          <a:xfrm>
            <a:off x="6497783" y="3622097"/>
            <a:ext cx="1683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药械监管监测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458F91-5EEB-8F32-A1A6-4FF5D20EC83E}"/>
              </a:ext>
            </a:extLst>
          </p:cNvPr>
          <p:cNvSpPr/>
          <p:nvPr/>
        </p:nvSpPr>
        <p:spPr>
          <a:xfrm>
            <a:off x="583211" y="5787115"/>
            <a:ext cx="10897588" cy="287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3233618-839A-79A5-6A5F-2493EAAEB282}"/>
              </a:ext>
            </a:extLst>
          </p:cNvPr>
          <p:cNvSpPr txBox="1"/>
          <p:nvPr/>
        </p:nvSpPr>
        <p:spPr>
          <a:xfrm>
            <a:off x="583211" y="5760608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预警列表</a:t>
            </a:r>
          </a:p>
        </p:txBody>
      </p:sp>
    </p:spTree>
    <p:extLst>
      <p:ext uri="{BB962C8B-B14F-4D97-AF65-F5344CB8AC3E}">
        <p14:creationId xmlns:p14="http://schemas.microsoft.com/office/powerpoint/2010/main" val="22933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96470-51F0-7936-F034-9ABCA83FB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A54AB7E-9293-B0B5-57D3-4DC5E58079D4}"/>
              </a:ext>
            </a:extLst>
          </p:cNvPr>
          <p:cNvSpPr/>
          <p:nvPr/>
        </p:nvSpPr>
        <p:spPr>
          <a:xfrm>
            <a:off x="764641" y="1097392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E42A64-4DBA-0F55-8101-50B809F9B299}"/>
              </a:ext>
            </a:extLst>
          </p:cNvPr>
          <p:cNvSpPr txBox="1"/>
          <p:nvPr/>
        </p:nvSpPr>
        <p:spPr>
          <a:xfrm>
            <a:off x="496126" y="539161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公卫监管专题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317208-1410-A25D-87E1-198BCE72DBFA}"/>
              </a:ext>
            </a:extLst>
          </p:cNvPr>
          <p:cNvSpPr/>
          <p:nvPr/>
        </p:nvSpPr>
        <p:spPr>
          <a:xfrm>
            <a:off x="764641" y="3065503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0F9B9D-8550-36F7-FF57-DC555A0ACA29}"/>
              </a:ext>
            </a:extLst>
          </p:cNvPr>
          <p:cNvSpPr/>
          <p:nvPr/>
        </p:nvSpPr>
        <p:spPr>
          <a:xfrm>
            <a:off x="6592127" y="1097392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D4D290-2948-6449-BC1A-AECBD69C12A7}"/>
              </a:ext>
            </a:extLst>
          </p:cNvPr>
          <p:cNvSpPr/>
          <p:nvPr/>
        </p:nvSpPr>
        <p:spPr>
          <a:xfrm>
            <a:off x="6592127" y="3065503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71AA88-E28E-90DA-FAB7-E681C6A04C54}"/>
              </a:ext>
            </a:extLst>
          </p:cNvPr>
          <p:cNvSpPr txBox="1"/>
          <p:nvPr/>
        </p:nvSpPr>
        <p:spPr>
          <a:xfrm>
            <a:off x="764641" y="1197819"/>
            <a:ext cx="1425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传染病监测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7750DE-5368-AEEF-13FE-053DD5F43B47}"/>
              </a:ext>
            </a:extLst>
          </p:cNvPr>
          <p:cNvSpPr txBox="1"/>
          <p:nvPr/>
        </p:nvSpPr>
        <p:spPr>
          <a:xfrm>
            <a:off x="6766298" y="1197819"/>
            <a:ext cx="1425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慢病管理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E568FC-72A6-DFEC-C2CC-264C4395E03A}"/>
              </a:ext>
            </a:extLst>
          </p:cNvPr>
          <p:cNvSpPr txBox="1"/>
          <p:nvPr/>
        </p:nvSpPr>
        <p:spPr>
          <a:xfrm>
            <a:off x="764641" y="3258600"/>
            <a:ext cx="1425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妇幼健康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CBAAA6-EEEC-00DD-1DFD-11BC54A23432}"/>
              </a:ext>
            </a:extLst>
          </p:cNvPr>
          <p:cNvSpPr txBox="1"/>
          <p:nvPr/>
        </p:nvSpPr>
        <p:spPr>
          <a:xfrm>
            <a:off x="6766298" y="3258600"/>
            <a:ext cx="1425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老年健康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268174-466A-6B1E-6E9F-63BAD8F8BB33}"/>
              </a:ext>
            </a:extLst>
          </p:cNvPr>
          <p:cNvSpPr/>
          <p:nvPr/>
        </p:nvSpPr>
        <p:spPr>
          <a:xfrm>
            <a:off x="764641" y="5033615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A951EA-3D6E-1C04-F03A-C2E8A6CB2348}"/>
              </a:ext>
            </a:extLst>
          </p:cNvPr>
          <p:cNvSpPr/>
          <p:nvPr/>
        </p:nvSpPr>
        <p:spPr>
          <a:xfrm>
            <a:off x="6592127" y="5033615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FB3D42-7DD8-7B2C-648F-93AEEE278D84}"/>
              </a:ext>
            </a:extLst>
          </p:cNvPr>
          <p:cNvSpPr txBox="1"/>
          <p:nvPr/>
        </p:nvSpPr>
        <p:spPr>
          <a:xfrm>
            <a:off x="764641" y="5226712"/>
            <a:ext cx="1425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精神卫生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8CB640-D235-6602-827C-DDBBCBFF8A79}"/>
              </a:ext>
            </a:extLst>
          </p:cNvPr>
          <p:cNvSpPr txBox="1"/>
          <p:nvPr/>
        </p:nvSpPr>
        <p:spPr>
          <a:xfrm>
            <a:off x="6766298" y="5226712"/>
            <a:ext cx="1425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预警列表</a:t>
            </a:r>
          </a:p>
        </p:txBody>
      </p:sp>
    </p:spTree>
    <p:extLst>
      <p:ext uri="{BB962C8B-B14F-4D97-AF65-F5344CB8AC3E}">
        <p14:creationId xmlns:p14="http://schemas.microsoft.com/office/powerpoint/2010/main" val="868865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DAB6-B054-82D3-D2BD-05F83C22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69B3187-8A40-CBCB-F3BE-D3C88326EAB3}"/>
              </a:ext>
            </a:extLst>
          </p:cNvPr>
          <p:cNvSpPr/>
          <p:nvPr/>
        </p:nvSpPr>
        <p:spPr>
          <a:xfrm>
            <a:off x="764641" y="1097392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9EBA86-1F6F-CCCE-4D1B-2C529F46E4CF}"/>
              </a:ext>
            </a:extLst>
          </p:cNvPr>
          <p:cNvSpPr txBox="1"/>
          <p:nvPr/>
        </p:nvSpPr>
        <p:spPr>
          <a:xfrm>
            <a:off x="496126" y="539161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医保监管专题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58E4A5-787B-ECFE-F59F-90246B447650}"/>
              </a:ext>
            </a:extLst>
          </p:cNvPr>
          <p:cNvSpPr/>
          <p:nvPr/>
        </p:nvSpPr>
        <p:spPr>
          <a:xfrm>
            <a:off x="764641" y="3065503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CEF1AF-4525-8559-92DE-36123701B0FB}"/>
              </a:ext>
            </a:extLst>
          </p:cNvPr>
          <p:cNvSpPr/>
          <p:nvPr/>
        </p:nvSpPr>
        <p:spPr>
          <a:xfrm>
            <a:off x="6592127" y="1097392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1646C2-9E37-AD0B-90B5-006F9ECF748F}"/>
              </a:ext>
            </a:extLst>
          </p:cNvPr>
          <p:cNvSpPr/>
          <p:nvPr/>
        </p:nvSpPr>
        <p:spPr>
          <a:xfrm>
            <a:off x="6592127" y="3065503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CCAF90-92D4-059F-4F34-6FDC5FB0E61E}"/>
              </a:ext>
            </a:extLst>
          </p:cNvPr>
          <p:cNvSpPr txBox="1"/>
          <p:nvPr/>
        </p:nvSpPr>
        <p:spPr>
          <a:xfrm>
            <a:off x="764640" y="1197819"/>
            <a:ext cx="189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基金运行监测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20C8F4-2653-B167-73BB-B12D6D1603DB}"/>
              </a:ext>
            </a:extLst>
          </p:cNvPr>
          <p:cNvSpPr txBox="1"/>
          <p:nvPr/>
        </p:nvSpPr>
        <p:spPr>
          <a:xfrm>
            <a:off x="6766297" y="1197819"/>
            <a:ext cx="1811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欺诈风险监测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3915FA-67D7-3BD5-EEE7-EF4853031D26}"/>
              </a:ext>
            </a:extLst>
          </p:cNvPr>
          <p:cNvSpPr txBox="1"/>
          <p:nvPr/>
        </p:nvSpPr>
        <p:spPr>
          <a:xfrm>
            <a:off x="764641" y="3258600"/>
            <a:ext cx="2051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DRG/DIP</a:t>
            </a:r>
            <a:r>
              <a:rPr lang="zh-CN" altLang="zh-CN" dirty="0"/>
              <a:t>运行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DE30E3-EB83-CB5B-940F-B720B12821D8}"/>
              </a:ext>
            </a:extLst>
          </p:cNvPr>
          <p:cNvSpPr txBox="1"/>
          <p:nvPr/>
        </p:nvSpPr>
        <p:spPr>
          <a:xfrm>
            <a:off x="6766298" y="3258600"/>
            <a:ext cx="181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集采执行监测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892B02-66B2-50B4-3FF8-3A5C23A038C1}"/>
              </a:ext>
            </a:extLst>
          </p:cNvPr>
          <p:cNvSpPr/>
          <p:nvPr/>
        </p:nvSpPr>
        <p:spPr>
          <a:xfrm>
            <a:off x="764641" y="5033615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988DED-24B0-0F6E-2FCE-CBC333478573}"/>
              </a:ext>
            </a:extLst>
          </p:cNvPr>
          <p:cNvSpPr/>
          <p:nvPr/>
        </p:nvSpPr>
        <p:spPr>
          <a:xfrm>
            <a:off x="6592127" y="5033615"/>
            <a:ext cx="4416960" cy="1716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F44845-1965-2C7E-78F6-6D5F69F1D5BE}"/>
              </a:ext>
            </a:extLst>
          </p:cNvPr>
          <p:cNvSpPr txBox="1"/>
          <p:nvPr/>
        </p:nvSpPr>
        <p:spPr>
          <a:xfrm>
            <a:off x="764641" y="5226712"/>
            <a:ext cx="1891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费用结构分析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85DF37-4369-B862-610E-A01402F42ADA}"/>
              </a:ext>
            </a:extLst>
          </p:cNvPr>
          <p:cNvSpPr txBox="1"/>
          <p:nvPr/>
        </p:nvSpPr>
        <p:spPr>
          <a:xfrm>
            <a:off x="6766298" y="5226712"/>
            <a:ext cx="1425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预警列表</a:t>
            </a:r>
          </a:p>
        </p:txBody>
      </p:sp>
    </p:spTree>
    <p:extLst>
      <p:ext uri="{BB962C8B-B14F-4D97-AF65-F5344CB8AC3E}">
        <p14:creationId xmlns:p14="http://schemas.microsoft.com/office/powerpoint/2010/main" val="1282250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5E7CE-696B-7397-7CD3-CC6D0582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BBDDE6D-9AC7-2FB9-BDC0-6851BE9EE56E}"/>
              </a:ext>
            </a:extLst>
          </p:cNvPr>
          <p:cNvSpPr txBox="1"/>
          <p:nvPr/>
        </p:nvSpPr>
        <p:spPr>
          <a:xfrm>
            <a:off x="496126" y="539161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卫健监管子系统</a:t>
            </a:r>
          </a:p>
        </p:txBody>
      </p:sp>
    </p:spTree>
    <p:extLst>
      <p:ext uri="{BB962C8B-B14F-4D97-AF65-F5344CB8AC3E}">
        <p14:creationId xmlns:p14="http://schemas.microsoft.com/office/powerpoint/2010/main" val="1331559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647CD-51D2-B313-6C95-D8EFD836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290294B-2209-6829-563E-83FA01905FBB}"/>
              </a:ext>
            </a:extLst>
          </p:cNvPr>
          <p:cNvSpPr txBox="1"/>
          <p:nvPr/>
        </p:nvSpPr>
        <p:spPr>
          <a:xfrm>
            <a:off x="496126" y="539161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公卫监管子系统</a:t>
            </a:r>
          </a:p>
        </p:txBody>
      </p:sp>
    </p:spTree>
    <p:extLst>
      <p:ext uri="{BB962C8B-B14F-4D97-AF65-F5344CB8AC3E}">
        <p14:creationId xmlns:p14="http://schemas.microsoft.com/office/powerpoint/2010/main" val="2695720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3F3D2-605D-AEE6-1DA4-9C16882F8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E5AD565-61EF-FD5C-1CB0-F6D7B129C508}"/>
              </a:ext>
            </a:extLst>
          </p:cNvPr>
          <p:cNvSpPr txBox="1"/>
          <p:nvPr/>
        </p:nvSpPr>
        <p:spPr>
          <a:xfrm>
            <a:off x="496126" y="539161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医保监管子系统</a:t>
            </a:r>
          </a:p>
        </p:txBody>
      </p:sp>
    </p:spTree>
    <p:extLst>
      <p:ext uri="{BB962C8B-B14F-4D97-AF65-F5344CB8AC3E}">
        <p14:creationId xmlns:p14="http://schemas.microsoft.com/office/powerpoint/2010/main" val="2125939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4CD3-783C-F23D-2E47-787B7E01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BF63A37-5AC4-C7DD-543D-7015F4893195}"/>
              </a:ext>
            </a:extLst>
          </p:cNvPr>
          <p:cNvSpPr txBox="1"/>
          <p:nvPr/>
        </p:nvSpPr>
        <p:spPr>
          <a:xfrm>
            <a:off x="496126" y="539161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决策分析系统</a:t>
            </a:r>
          </a:p>
        </p:txBody>
      </p:sp>
    </p:spTree>
    <p:extLst>
      <p:ext uri="{BB962C8B-B14F-4D97-AF65-F5344CB8AC3E}">
        <p14:creationId xmlns:p14="http://schemas.microsoft.com/office/powerpoint/2010/main" val="1898669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C56F-9E4F-EF75-77AC-00C83635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4379DD8-34D8-19B7-A8AE-CD72CFDDC88B}"/>
              </a:ext>
            </a:extLst>
          </p:cNvPr>
          <p:cNvSpPr txBox="1"/>
          <p:nvPr/>
        </p:nvSpPr>
        <p:spPr>
          <a:xfrm>
            <a:off x="496126" y="539161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智能预警中心</a:t>
            </a:r>
          </a:p>
        </p:txBody>
      </p:sp>
    </p:spTree>
    <p:extLst>
      <p:ext uri="{BB962C8B-B14F-4D97-AF65-F5344CB8AC3E}">
        <p14:creationId xmlns:p14="http://schemas.microsoft.com/office/powerpoint/2010/main" val="108136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103</Words>
  <Application>Microsoft Office PowerPoint</Application>
  <PresentationFormat>宽屏</PresentationFormat>
  <Paragraphs>32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johnnywangyunying@qq.com</dc:creator>
  <cp:lastModifiedBy>johnnywangyunying@qq.com</cp:lastModifiedBy>
  <cp:revision>1</cp:revision>
  <dcterms:created xsi:type="dcterms:W3CDTF">2026-05-02T15:47:40Z</dcterms:created>
  <dcterms:modified xsi:type="dcterms:W3CDTF">2026-05-02T16:19:14Z</dcterms:modified>
</cp:coreProperties>
</file>